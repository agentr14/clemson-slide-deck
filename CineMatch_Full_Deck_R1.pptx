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133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2549" y="1325082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FFFFFF"/>
                </a:solidFill>
              </a:rPr>
              <a:t>Enhancing Movie Discovery Through a Hybrid Machine-Learning Recommender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2484" y="4108509"/>
            <a:ext cx="6400800" cy="1752600"/>
          </a:xfrm>
        </p:spPr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Reginald Lytle</a:t>
            </a:r>
          </a:p>
          <a:p>
            <a:r>
              <a:rPr dirty="0">
                <a:solidFill>
                  <a:srgbClr val="FFFFFF"/>
                </a:solidFill>
              </a:rPr>
              <a:t>AI‑Receptive Software Development</a:t>
            </a:r>
          </a:p>
          <a:p>
            <a:r>
              <a:rPr dirty="0">
                <a:solidFill>
                  <a:srgbClr val="FFFFFF"/>
                </a:solidFill>
              </a:rPr>
              <a:t>Final Project –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CineMatch is an AI-driven movie recommendation system blending collaborative filtering with content-based methods.</a:t>
            </a:r>
          </a:p>
          <a:p>
            <a:pPr lvl="1"/>
            <a:r>
              <a:rPr>
                <a:solidFill>
                  <a:srgbClr val="FFFFFF"/>
                </a:solidFill>
              </a:rPr>
              <a:t>Uses MovieLens + TMDB metadata, user surveys, and hybrid modeling.</a:t>
            </a:r>
          </a:p>
          <a:p>
            <a:pPr lvl="1"/>
            <a:r>
              <a:rPr>
                <a:solidFill>
                  <a:srgbClr val="FFFFFF"/>
                </a:solidFill>
              </a:rPr>
              <a:t>Goal: Deliver personalized, explainable recommendations through a clean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1 – 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Defined project scope, dataset plan, and user-centered design goals.</a:t>
            </a:r>
          </a:p>
          <a:p>
            <a:pPr lvl="1"/>
            <a:r>
              <a:rPr>
                <a:solidFill>
                  <a:srgbClr val="FFFFFF"/>
                </a:solidFill>
              </a:rPr>
              <a:t>Established Git repository, folder structure, and initial timeline.</a:t>
            </a:r>
          </a:p>
          <a:p>
            <a:pPr lvl="1"/>
            <a:r>
              <a:rPr>
                <a:solidFill>
                  <a:srgbClr val="FFFFFF"/>
                </a:solidFill>
              </a:rPr>
              <a:t>Selected tools: Python, Streamlit, scikit‑learn, TensorFlow, Figma.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2 – User Needs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Designed survey + interviews to identify user preferences.</a:t>
            </a:r>
          </a:p>
          <a:p>
            <a:pPr lvl="1"/>
            <a:r>
              <a:rPr>
                <a:solidFill>
                  <a:srgbClr val="FFFFFF"/>
                </a:solidFill>
              </a:rPr>
              <a:t>Processed quantitative + qualitative insights to shape model features.</a:t>
            </a:r>
          </a:p>
          <a:p>
            <a:pPr lvl="1"/>
            <a:r>
              <a:rPr>
                <a:solidFill>
                  <a:srgbClr val="FFFFFF"/>
                </a:solidFill>
              </a:rPr>
              <a:t>Early feedback emphasized transparency and clean UI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3 – AI Tool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Configured Python 3.11 environment with venv, Jupyter, and key ML libraries.</a:t>
            </a:r>
          </a:p>
          <a:p>
            <a:pPr lvl="1"/>
            <a:r>
              <a:rPr>
                <a:solidFill>
                  <a:srgbClr val="FFFFFF"/>
                </a:solidFill>
              </a:rPr>
              <a:t>Resolved TensorFlow compatibility issues and GPU recognition.</a:t>
            </a:r>
          </a:p>
          <a:p>
            <a:pPr lvl="1"/>
            <a:r>
              <a:rPr>
                <a:solidFill>
                  <a:srgbClr val="FFFFFF"/>
                </a:solidFill>
              </a:rPr>
              <a:t>Created reproducible requirements.txt + version control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4 –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Merged MovieLens + metadata; cleaned missing values.</a:t>
            </a:r>
          </a:p>
          <a:p>
            <a:pPr lvl="1"/>
            <a:r>
              <a:rPr>
                <a:solidFill>
                  <a:srgbClr val="FFFFFF"/>
                </a:solidFill>
              </a:rPr>
              <a:t>Created rating matrices and normalized feature scales.</a:t>
            </a:r>
          </a:p>
          <a:p>
            <a:pPr lvl="1"/>
            <a:r>
              <a:rPr>
                <a:solidFill>
                  <a:srgbClr val="FFFFFF"/>
                </a:solidFill>
              </a:rPr>
              <a:t>Ran baseline recommender tests to validate data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5 –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Implemented hybrid system: ALS + Sentence‑BERT embedding re‑ranker.</a:t>
            </a:r>
          </a:p>
          <a:p>
            <a:pPr lvl="1"/>
            <a:r>
              <a:rPr>
                <a:solidFill>
                  <a:srgbClr val="FFFFFF"/>
                </a:solidFill>
              </a:rPr>
              <a:t>Used Faiss ANN indexing for fast similarity search.</a:t>
            </a:r>
          </a:p>
          <a:p>
            <a:pPr lvl="1"/>
            <a:r>
              <a:rPr>
                <a:solidFill>
                  <a:srgbClr val="FFFFFF"/>
                </a:solidFill>
              </a:rPr>
              <a:t>Hybrid model outperformed baseline across HR@10, NDCG, coverage, cold-start.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6 – UI 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Designed Home, Search, Recommendation, and Profile screens.</a:t>
            </a:r>
          </a:p>
          <a:p>
            <a:pPr lvl="1"/>
            <a:r>
              <a:rPr>
                <a:solidFill>
                  <a:srgbClr val="FFFFFF"/>
                </a:solidFill>
              </a:rPr>
              <a:t>Added collapsible 'Why This?' explanation chip for transparency.</a:t>
            </a:r>
          </a:p>
          <a:p>
            <a:pPr lvl="1"/>
            <a:r>
              <a:rPr>
                <a:solidFill>
                  <a:srgbClr val="FFFFFF"/>
                </a:solidFill>
              </a:rPr>
              <a:t>Balanced clarity with aesthetics for clean product‑style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7 – 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Observed navigation + spacing issues during peer tests.</a:t>
            </a:r>
          </a:p>
          <a:p>
            <a:pPr lvl="1"/>
            <a:r>
              <a:rPr>
                <a:solidFill>
                  <a:srgbClr val="FFFFFF"/>
                </a:solidFill>
              </a:rPr>
              <a:t>Fixed slider update bug and improved layout responsiveness.</a:t>
            </a:r>
          </a:p>
          <a:p>
            <a:pPr lvl="1"/>
            <a:r>
              <a:rPr>
                <a:solidFill>
                  <a:srgbClr val="FFFFFF"/>
                </a:solidFill>
              </a:rPr>
              <a:t>Planned final optimizations for latency + overall polish.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Week 8 – 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Completed slide deck and full narrative alignment.</a:t>
            </a:r>
          </a:p>
          <a:p>
            <a:pPr lvl="1"/>
            <a:r>
              <a:rPr>
                <a:solidFill>
                  <a:srgbClr val="FFFFFF"/>
                </a:solidFill>
              </a:rPr>
              <a:t>Performed final APA cleanup and consistency checks.</a:t>
            </a:r>
          </a:p>
          <a:p>
            <a:pPr lvl="1"/>
            <a:r>
              <a:rPr>
                <a:solidFill>
                  <a:srgbClr val="FFFFFF"/>
                </a:solidFill>
              </a:rPr>
              <a:t>Final deliverables ready for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Model Performance: HR@10</a:t>
            </a:r>
          </a:p>
        </p:txBody>
      </p:sp>
      <p:pic>
        <p:nvPicPr>
          <p:cNvPr id="3" name="Picture 2" descr="h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Model Performance: NDCG</a:t>
            </a:r>
          </a:p>
        </p:txBody>
      </p:sp>
      <p:pic>
        <p:nvPicPr>
          <p:cNvPr id="3" name="Picture 2" descr="ndc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User → UI (Streamlit) → API Layer → Hybrid Recommender → Ranked Movie List</a:t>
            </a:r>
          </a:p>
          <a:p>
            <a:pPr lvl="1"/>
            <a:r>
              <a:rPr>
                <a:solidFill>
                  <a:srgbClr val="FFFFFF"/>
                </a:solidFill>
              </a:rPr>
              <a:t>Model components: ALS latent factors + SBERT embeddings.</a:t>
            </a:r>
          </a:p>
          <a:p>
            <a:pPr lvl="1"/>
            <a:r>
              <a:rPr>
                <a:solidFill>
                  <a:srgbClr val="FFFFFF"/>
                </a:solidFill>
              </a:rPr>
              <a:t>Faiss index provides real-time similarity lookups.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Hybrid modeling significantly improved personalization accuracy.</a:t>
            </a:r>
          </a:p>
          <a:p>
            <a:pPr lvl="1"/>
            <a:r>
              <a:rPr>
                <a:solidFill>
                  <a:srgbClr val="FFFFFF"/>
                </a:solidFill>
              </a:rPr>
              <a:t>UI testing revealed hidden friction points and guided refinements.</a:t>
            </a:r>
          </a:p>
          <a:p>
            <a:pPr lvl="1"/>
            <a:r>
              <a:rPr>
                <a:solidFill>
                  <a:srgbClr val="FFFFFF"/>
                </a:solidFill>
              </a:rPr>
              <a:t>Documentation + reproducible setup prevented major debugging delays.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CineMatch demonstrates a complete end-to-end AI product pipeline.</a:t>
            </a:r>
          </a:p>
          <a:p>
            <a:pPr lvl="1"/>
            <a:r>
              <a:rPr>
                <a:solidFill>
                  <a:srgbClr val="FFFFFF"/>
                </a:solidFill>
              </a:rPr>
              <a:t>Blends technical modeling with user-centered design.</a:t>
            </a:r>
          </a:p>
          <a:p>
            <a:pPr lvl="1"/>
            <a:r>
              <a:rPr>
                <a:solidFill>
                  <a:srgbClr val="FFFFFF"/>
                </a:solidFill>
              </a:rPr>
              <a:t>Final system delivers personalized, transparent movie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447</Words>
  <Application>Microsoft Office PowerPoint</Application>
  <PresentationFormat>On-screen Show (4:3)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Enhancing Movie Discovery Through a Hybrid Machine-Learning Recommender System</vt:lpstr>
      <vt:lpstr>Project Overview</vt:lpstr>
      <vt:lpstr>Week 1 – Project Planning</vt:lpstr>
      <vt:lpstr>Week 2 – User Needs Assessment</vt:lpstr>
      <vt:lpstr>Week 3 – AI Tool Setup</vt:lpstr>
      <vt:lpstr>Week 4 – Data Preprocessing</vt:lpstr>
      <vt:lpstr>Week 5 – Model Development</vt:lpstr>
      <vt:lpstr>Week 6 – UI Wireframes</vt:lpstr>
      <vt:lpstr>Week 7 – Usability Testing</vt:lpstr>
      <vt:lpstr>Week 8 – Final Integration</vt:lpstr>
      <vt:lpstr>Model Performance: HR@10</vt:lpstr>
      <vt:lpstr>Model Performance: NDCG</vt:lpstr>
      <vt:lpstr>System Architecture Overview</vt:lpstr>
      <vt:lpstr>Key Takeaways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Reginald Lytle</cp:lastModifiedBy>
  <cp:revision>4</cp:revision>
  <dcterms:created xsi:type="dcterms:W3CDTF">2013-01-27T09:14:16Z</dcterms:created>
  <dcterms:modified xsi:type="dcterms:W3CDTF">2025-12-06T19:07:58Z</dcterms:modified>
  <cp:category/>
</cp:coreProperties>
</file>